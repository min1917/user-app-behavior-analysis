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8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33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707775"/>
            <a:ext cx="7772400" cy="1470025"/>
          </a:xfrm>
        </p:spPr>
        <p:txBody>
          <a:bodyPr/>
          <a:lstStyle/>
          <a:p>
            <a:r>
              <a:rPr dirty="0"/>
              <a:t>User Conversion Dashboard – Mobile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137" y="3463550"/>
            <a:ext cx="8665940" cy="159006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：分析活躍用戶轉換率，找出影響因素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數據來源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：Kaggle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User Mobile App Interaction Data</a:t>
            </a:r>
          </a:p>
          <a:p>
            <a:pPr algn="l"/>
            <a:r>
              <a:rPr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：資料清理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建模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(Date Table &amp; Measures) → Power BI </a:t>
            </a:r>
            <a:r>
              <a:rPr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Dashboard</a:t>
            </a:r>
            <a:endParaRPr lang="en-US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Power BI 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核心數據指標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Total Users</a:t>
            </a:r>
          </a:p>
          <a:p>
            <a:r>
              <a:rPr dirty="0"/>
              <a:t>Total Sessions</a:t>
            </a:r>
          </a:p>
          <a:p>
            <a:r>
              <a:rPr dirty="0"/>
              <a:t>Subscribed Users</a:t>
            </a:r>
          </a:p>
          <a:p>
            <a:r>
              <a:rPr dirty="0"/>
              <a:t>Active Users (DAU)</a:t>
            </a:r>
          </a:p>
          <a:p>
            <a:r>
              <a:rPr dirty="0"/>
              <a:t>Subscription Rate (~61%)</a:t>
            </a:r>
          </a:p>
          <a:p>
            <a:r>
              <a:rPr dirty="0"/>
              <a:t>Session Conversion Rate (~51%)</a:t>
            </a:r>
          </a:p>
          <a:p>
            <a:endParaRPr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58" y="5473837"/>
            <a:ext cx="8662283" cy="1115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趨勢與分群洞察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98541" cy="4525963"/>
          </a:xfrm>
        </p:spPr>
        <p:txBody>
          <a:bodyPr/>
          <a:lstStyle/>
          <a:p>
            <a:r>
              <a:rPr dirty="0" err="1" smtClean="0"/>
              <a:t>趨勢圖</a:t>
            </a:r>
            <a:r>
              <a:rPr dirty="0" err="1"/>
              <a:t>：觀察月度活躍用戶與轉換率變化</a:t>
            </a:r>
            <a:endParaRPr dirty="0"/>
          </a:p>
          <a:p>
            <a:r>
              <a:rPr dirty="0" err="1" smtClean="0"/>
              <a:t>國家分群</a:t>
            </a:r>
            <a:r>
              <a:rPr dirty="0" err="1"/>
              <a:t>：Top</a:t>
            </a:r>
            <a:r>
              <a:rPr dirty="0"/>
              <a:t> 10 </a:t>
            </a:r>
            <a:r>
              <a:rPr dirty="0" err="1"/>
              <a:t>國家貢獻主要訂閱</a:t>
            </a:r>
            <a:endParaRPr dirty="0"/>
          </a:p>
          <a:p>
            <a:r>
              <a:rPr dirty="0" err="1" smtClean="0"/>
              <a:t>裝置分群</a:t>
            </a:r>
            <a:r>
              <a:rPr dirty="0" err="1"/>
              <a:t>：Android</a:t>
            </a:r>
            <a:r>
              <a:rPr dirty="0"/>
              <a:t> </a:t>
            </a:r>
            <a:r>
              <a:rPr dirty="0" err="1"/>
              <a:t>用戶最多，iOS</a:t>
            </a:r>
            <a:r>
              <a:rPr dirty="0"/>
              <a:t> </a:t>
            </a:r>
            <a:r>
              <a:rPr dirty="0" err="1" smtClean="0"/>
              <a:t>轉換率值得關注</a:t>
            </a:r>
            <a:endParaRPr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62197"/>
            <a:ext cx="3319214" cy="204756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780" y="4424949"/>
            <a:ext cx="2272130" cy="115109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89" y="4424950"/>
            <a:ext cx="2801352" cy="19465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用戶轉換流程與商業價值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047" y="1600200"/>
            <a:ext cx="9045388" cy="4525963"/>
          </a:xfrm>
        </p:spPr>
        <p:txBody>
          <a:bodyPr>
            <a:normAutofit/>
          </a:bodyPr>
          <a:lstStyle/>
          <a:p>
            <a:r>
              <a:rPr dirty="0" err="1" smtClean="0"/>
              <a:t>漏斗圖</a:t>
            </a:r>
            <a:r>
              <a:rPr dirty="0" err="1"/>
              <a:t>：Active</a:t>
            </a:r>
            <a:r>
              <a:rPr dirty="0"/>
              <a:t> Users → Subscribed Users (~61%)</a:t>
            </a:r>
          </a:p>
          <a:p>
            <a:r>
              <a:rPr dirty="0" err="1" smtClean="0"/>
              <a:t>應用價值</a:t>
            </a:r>
            <a:r>
              <a:rPr dirty="0"/>
              <a:t>：</a:t>
            </a:r>
          </a:p>
          <a:p>
            <a:pPr lvl="1"/>
            <a:r>
              <a:rPr dirty="0" err="1" smtClean="0"/>
              <a:t>行銷策略</a:t>
            </a:r>
            <a:r>
              <a:rPr dirty="0" err="1"/>
              <a:t>：加強高轉換國家</a:t>
            </a:r>
            <a:r>
              <a:rPr dirty="0"/>
              <a:t> / </a:t>
            </a:r>
            <a:r>
              <a:rPr dirty="0" err="1"/>
              <a:t>裝置</a:t>
            </a:r>
            <a:endParaRPr dirty="0"/>
          </a:p>
          <a:p>
            <a:pPr lvl="1"/>
            <a:r>
              <a:rPr dirty="0" err="1" smtClean="0"/>
              <a:t>產品優化</a:t>
            </a:r>
            <a:r>
              <a:rPr dirty="0" err="1"/>
              <a:t>：針對低轉換月份調查原因</a:t>
            </a:r>
            <a:endParaRPr dirty="0"/>
          </a:p>
          <a:p>
            <a:pPr lvl="1"/>
            <a:r>
              <a:rPr dirty="0" err="1" smtClean="0"/>
              <a:t>決策支持</a:t>
            </a:r>
            <a:r>
              <a:rPr dirty="0" err="1"/>
              <a:t>：協助訂閱成長計畫</a:t>
            </a:r>
            <a:endParaRPr dirty="0"/>
          </a:p>
          <a:p>
            <a:endParaRPr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128" y="4362069"/>
            <a:ext cx="4535401" cy="2267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7" y="740630"/>
            <a:ext cx="8886585" cy="485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9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109</Words>
  <Application>Microsoft Office PowerPoint</Application>
  <PresentationFormat>如螢幕大小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新細明體</vt:lpstr>
      <vt:lpstr>Arial</vt:lpstr>
      <vt:lpstr>Calibri</vt:lpstr>
      <vt:lpstr>Office Theme</vt:lpstr>
      <vt:lpstr>User Conversion Dashboard – Mobile App</vt:lpstr>
      <vt:lpstr>核心數據指標 (KPI)</vt:lpstr>
      <vt:lpstr>趨勢與分群洞察</vt:lpstr>
      <vt:lpstr>用戶轉換流程與商業價值</vt:lpstr>
      <vt:lpstr>PowerPoint 簡報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Conversion Dashboard – Mobile App</dc:title>
  <dc:subject/>
  <dc:creator/>
  <cp:keywords/>
  <dc:description>generated using python-pptx</dc:description>
  <cp:lastModifiedBy>Microsoft 帳戶</cp:lastModifiedBy>
  <cp:revision>4</cp:revision>
  <dcterms:created xsi:type="dcterms:W3CDTF">2013-01-27T09:14:16Z</dcterms:created>
  <dcterms:modified xsi:type="dcterms:W3CDTF">2025-09-16T08:26:57Z</dcterms:modified>
  <cp:category/>
</cp:coreProperties>
</file>