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67" r:id="rId4"/>
    <p:sldId id="257" r:id="rId5"/>
    <p:sldId id="262" r:id="rId6"/>
    <p:sldId id="263" r:id="rId7"/>
    <p:sldId id="264" r:id="rId8"/>
    <p:sldId id="265" r:id="rId9"/>
    <p:sldId id="266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01877E4-CCF2-4A10-A103-78E370508214}">
          <p14:sldIdLst>
            <p14:sldId id="256"/>
            <p14:sldId id="269"/>
            <p14:sldId id="267"/>
            <p14:sldId id="257"/>
            <p14:sldId id="262"/>
            <p14:sldId id="263"/>
            <p14:sldId id="264"/>
            <p14:sldId id="265"/>
            <p14:sldId id="266"/>
          </p14:sldIdLst>
        </p14:section>
        <p14:section name="未命名的章節" id="{D403948A-0F9B-4169-A5C3-1363B16E894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8" autoAdjust="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75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N1917/user-app-behavior-analysi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707775"/>
            <a:ext cx="7772400" cy="1470025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行動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用戶轉換分析總覽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0137" y="3463550"/>
            <a:ext cx="8665940" cy="2672389"/>
          </a:xfrm>
        </p:spPr>
        <p:txBody>
          <a:bodyPr>
            <a:noAutofit/>
          </a:bodyPr>
          <a:lstStyle/>
          <a:p>
            <a:pPr algn="l"/>
            <a:r>
              <a:rPr sz="20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目的</a:t>
            </a:r>
            <a:r>
              <a:rPr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：分析活躍用戶轉換率，找出影響因素</a:t>
            </a:r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sz="20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數據來源</a:t>
            </a:r>
            <a:r>
              <a:rPr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：Kaggle</a:t>
            </a:r>
            <a: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User Mobile App Interaction Data</a:t>
            </a:r>
          </a:p>
          <a:p>
            <a:pPr algn="l"/>
            <a:r>
              <a:rPr sz="20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  <a:r>
              <a:rPr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：資料清理</a:t>
            </a:r>
            <a: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建模</a:t>
            </a:r>
            <a: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(Date Table &amp; Measures) → Power BI </a:t>
            </a:r>
            <a:r>
              <a:rPr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Dashboard</a:t>
            </a:r>
            <a:endParaRPr lang="en-US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工具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Power BI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Github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github.com/MIN1917/user-app-behavior-analysis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83780" y="324564"/>
            <a:ext cx="8721484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 defTabSz="914400">
              <a:buNone/>
            </a:pPr>
            <a:r>
              <a:rPr lang="zh-TW" altLang="zh-TW" sz="4400" b="1" dirty="0">
                <a:solidFill>
                  <a:srgbClr val="21252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專案</a:t>
            </a:r>
            <a:r>
              <a:rPr lang="zh-TW" altLang="zh-TW" sz="4400" b="1" dirty="0" smtClean="0">
                <a:solidFill>
                  <a:srgbClr val="21252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重點</a:t>
            </a:r>
            <a:endParaRPr lang="en-US" altLang="zh-TW" sz="4400" b="1" dirty="0" smtClean="0">
              <a:solidFill>
                <a:srgbClr val="21252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 defTabSz="914400">
              <a:buNone/>
            </a:pPr>
            <a:endParaRPr lang="zh-TW" altLang="zh-TW" sz="2000" dirty="0">
              <a:solidFill>
                <a:srgbClr val="21252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本專案使用 Kaggle </a:t>
            </a:r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User Mobile App Interaction Data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，目標是找出影響訂閱轉換的關鍵互動行為，並透過 </a:t>
            </a:r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Python (清理 &amp; EDA)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與 </a:t>
            </a:r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Power BI (視覺化)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完成分析。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20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defTabSz="914400"/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資料處理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：型別轉換、缺失值/異常值處理，輸出清理後數據集。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defTabSz="914400"/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探索分析 (EDA)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：事件行為比較、國家與裝置分群、轉換率檢定。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defTabSz="914400"/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Power BI Dashboard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defTabSz="914400"/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KPI 總覽：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Total Users / Sessions / Subscriptions / Subscription Rate (~61%)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defTabSz="914400"/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趨勢分析：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用戶 &amp; 訂閱率隨時間變化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defTabSz="914400"/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分群比較：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國家/裝置轉換率差異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defTabSz="914400"/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漏斗分析：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Active Users → Subscribed Users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defTabSz="914400"/>
            <a:r>
              <a:rPr kumimoji="0" lang="zh-TW" altLang="zh-TW" sz="2000" b="1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Repo 結構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：data/ (原始 &amp; 清理後資料)、notebooks/ (清理 &amp; EDA)、reports/ (圖表與 PPT)、schema.md、README.md</a:t>
            </a:r>
            <a:endParaRPr kumimoji="0" lang="zh-TW" altLang="zh-TW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512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儀表板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28" y="1600200"/>
            <a:ext cx="7826144" cy="4525963"/>
          </a:xfrm>
        </p:spPr>
      </p:pic>
    </p:spTree>
    <p:extLst>
      <p:ext uri="{BB962C8B-B14F-4D97-AF65-F5344CB8AC3E}">
        <p14:creationId xmlns:p14="http://schemas.microsoft.com/office/powerpoint/2010/main" val="183861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核心數據指標</a:t>
            </a:r>
            <a:r>
              <a:rPr b="1" dirty="0"/>
              <a:t>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Total Sessions</a:t>
            </a:r>
          </a:p>
          <a:p>
            <a:r>
              <a:rPr dirty="0" smtClean="0"/>
              <a:t>Total </a:t>
            </a:r>
            <a:r>
              <a:rPr dirty="0"/>
              <a:t>Users</a:t>
            </a:r>
          </a:p>
          <a:p>
            <a:r>
              <a:rPr lang="en-US" dirty="0" smtClean="0"/>
              <a:t>Total Subscriptions</a:t>
            </a:r>
          </a:p>
          <a:p>
            <a:r>
              <a:rPr lang="en-US" dirty="0" smtClean="0"/>
              <a:t>Subscribed </a:t>
            </a:r>
            <a:r>
              <a:rPr lang="en-US" dirty="0"/>
              <a:t>Users</a:t>
            </a:r>
          </a:p>
          <a:p>
            <a:r>
              <a:rPr dirty="0" smtClean="0"/>
              <a:t>Subscription </a:t>
            </a:r>
            <a:r>
              <a:rPr dirty="0"/>
              <a:t>Rate (~61</a:t>
            </a:r>
            <a:r>
              <a:rPr dirty="0" smtClean="0"/>
              <a:t>%)</a:t>
            </a:r>
            <a:endParaRPr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45" y="5315971"/>
            <a:ext cx="8145970" cy="1339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訂閱轉換率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930162" cy="4525963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61.3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，算是一個相對高的比例（很多產品的免費→付費轉換率只有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5~20%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362" y="2407556"/>
            <a:ext cx="4392588" cy="231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6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裝置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938954" cy="45259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Android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IOS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是主要來源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Android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用戶訂閱率顯著高於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iOS</a:t>
            </a: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：針對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IOS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A/B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UX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優化與推廣活動，提升轉化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率。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041" y="2417884"/>
            <a:ext cx="4793756" cy="21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19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國家分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3320620" cy="422910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Korea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Congo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訂閱用戶明顯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高於其他單一國家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但加總只佔總體訂閱的 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2%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市場仍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分散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建議：前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國家可以嘗試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新定價、新促銷，看反應。其他國家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、規模化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行銷策略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例如區域廣告投放、全球推播模板）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230" y="1761558"/>
            <a:ext cx="4915586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59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用戶訂閱月份變化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578469" cy="4525963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優先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找出資料僅出現在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2024/12~2025/1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月的原因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是因為產品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月剛上線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有活動推出？還是資料系統剛建置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133" y="1969476"/>
            <a:ext cx="4976475" cy="364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37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訂閱與非訂閱用戶行為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差異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39636" y="1839836"/>
            <a:ext cx="4407102" cy="4169979"/>
          </a:xfrm>
        </p:spPr>
        <p:txBody>
          <a:bodyPr>
            <a:normAutofit lnSpcReduction="10000"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訂閱用戶更常見的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事件：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Share →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偏向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「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內容消耗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社交傳播」 </a:t>
            </a:r>
            <a:endParaRPr lang="en-US" altLang="zh-TW" sz="1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訂閱用戶更常見的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事件：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Click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Like /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Long_press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偏向淺層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互動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Swipe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Double_tap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快速操作 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建議：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訂閱引導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：在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多次分享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動作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插入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訂閱推廣。</a:t>
            </a:r>
          </a:p>
          <a:p>
            <a:pPr lvl="1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非訂閱用戶轉化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：把「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Click/Like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」這類淺層互動轉化為深度行為（例如提供更多內容探索機會）。</a:t>
            </a:r>
          </a:p>
          <a:p>
            <a:endParaRPr lang="zh-TW" alt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741" y="2066192"/>
            <a:ext cx="4041258" cy="325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27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6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 </a:t>
            </a:r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</a:t>
            </a:r>
            <a:r>
              <a:rPr lang="zh-TW" altLang="en-US" sz="6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199" y="1995584"/>
            <a:ext cx="837906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核心發現</a:t>
            </a:r>
            <a:endParaRPr kumimoji="0" lang="zh-TW" altLang="zh-TW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訂閱轉換率高，顯示產品價值被認可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市場分散 → Korea、Congo 亮眼但佔比小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訂閱 vs 非訂閱用戶行為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有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差異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但不</a:t>
            </a: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明顯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行動建議</a:t>
            </a:r>
            <a:endParaRPr kumimoji="0" lang="zh-TW" altLang="zh-TW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深耕高基數市場 (Korea、Congo) → 測試新方案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對長尾市場 → 自動化規模化行銷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對 iOS → UX / A/B Test 提升轉換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補足數據，增加留存分析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和用戶行為分析</a:t>
            </a:r>
            <a:endParaRPr kumimoji="0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038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609</Words>
  <Application>Microsoft Office PowerPoint</Application>
  <PresentationFormat>如螢幕大小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微軟正黑體</vt:lpstr>
      <vt:lpstr>新細明體</vt:lpstr>
      <vt:lpstr>Arial</vt:lpstr>
      <vt:lpstr>Calibri</vt:lpstr>
      <vt:lpstr>Office Theme</vt:lpstr>
      <vt:lpstr>行動 App 用戶轉換分析總覽</vt:lpstr>
      <vt:lpstr>PowerPoint 簡報</vt:lpstr>
      <vt:lpstr>POWER BI 儀表板</vt:lpstr>
      <vt:lpstr>核心數據指標 (KPI)</vt:lpstr>
      <vt:lpstr>訂閱轉換率</vt:lpstr>
      <vt:lpstr>裝置</vt:lpstr>
      <vt:lpstr>國家分群</vt:lpstr>
      <vt:lpstr>用戶訂閱月份變化</vt:lpstr>
      <vt:lpstr>訂閱與非訂閱用戶行為差異</vt:lpstr>
      <vt:lpstr>總結 &amp; 下一步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Conversion Dashboard – Mobile App</dc:title>
  <dc:subject/>
  <dc:creator/>
  <cp:keywords/>
  <dc:description>generated using python-pptx</dc:description>
  <cp:lastModifiedBy>Microsoft 帳戶</cp:lastModifiedBy>
  <cp:revision>20</cp:revision>
  <dcterms:created xsi:type="dcterms:W3CDTF">2013-01-27T09:14:16Z</dcterms:created>
  <dcterms:modified xsi:type="dcterms:W3CDTF">2025-10-15T07:42:36Z</dcterms:modified>
  <cp:category/>
</cp:coreProperties>
</file>